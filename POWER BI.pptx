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43" r:id="rId2"/>
    <p:sldId id="344" r:id="rId3"/>
    <p:sldId id="345" r:id="rId4"/>
    <p:sldId id="346" r:id="rId5"/>
    <p:sldId id="347" r:id="rId6"/>
    <p:sldId id="342" r:id="rId7"/>
    <p:sldId id="340" r:id="rId8"/>
    <p:sldId id="3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6590" autoAdjust="0"/>
  </p:normalViewPr>
  <p:slideViewPr>
    <p:cSldViewPr snapToGrid="0">
      <p:cViewPr varScale="1">
        <p:scale>
          <a:sx n="62" d="100"/>
          <a:sy n="62" d="100"/>
        </p:scale>
        <p:origin x="14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9A5B7-EB15-4F4A-9351-4A563B146317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475EA-A220-433D-94EA-E4D719D72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9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969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781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2442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569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783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809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730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312C3E-555A-4EFD-9778-C873AC9BAB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11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0ED2-2C50-8F33-3359-03B0BCFC6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51925-E650-3F3B-F9FF-99ACE5E70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FDAF7-9C00-3264-05CD-1FB5420C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915B-B8A9-8139-D160-9EC8D96A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0B25-08D4-183E-D37D-4C37F6C4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8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29AB-E42D-34CD-A174-FC5F977D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AEF22-5663-9957-565E-FF666BFF6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3DDD7-9F56-B02B-0190-262BE7A0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08323-31DD-48DA-C18F-18697695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06D66-49D2-22A5-FD13-B50B7508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8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CC7B-A6FF-06CA-C0C0-1D2EE41D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59476-BCD7-06FF-FADA-F62D06904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C5033-21F1-5F01-B023-EBA4B8AF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EA6B-EAA8-9A96-6092-41D6730F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ADED-5169-2D1F-E700-3D818890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5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963B-50B5-563A-6A38-85ED9A5E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9EA6-2CC5-C30B-3AE0-895959D80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E7281-C0A5-C07C-BE60-BDC2A59E6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2A65A-A2D5-CCE3-95D7-189CA110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FA501-6201-71B8-BE1C-4CD8A560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4654E-B8AD-9623-6CA3-54BCC5EB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F094-6D6C-D0EC-16D0-B690F1B7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FAA75-CFF6-167B-8CE8-42F811E5B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104B-D8FE-754C-C9AF-B00DD41F6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EC994-C7A6-4D65-BC66-F8A87AF5A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53CB4-13A8-13CE-5A0B-BC568CA38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B5280-EFE5-7C03-044A-9DAA4C13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F8297-A3F0-6B90-6EFE-C8E78DAB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B0E51-E0EA-8C3D-063B-D2C1D5CD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0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94A3-B808-AAA4-D126-DCE23B02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CEFC1-D21D-9321-12AE-D433A862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63AED-E6D4-2C9C-397D-0A2E7844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158AD-A588-9E82-0AFA-7D738F0F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2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3F2FF-B81E-4B8B-F79A-D3B209EB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31125-2EAD-36B9-CC9F-7A418EDD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99CE9-EA73-4B5A-929E-1C370789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44B25-F1E4-0E0C-FEE3-DD79BEDF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B0732-B81D-72F2-087E-3085F438C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E4658-85AF-3E59-B20C-BADA661F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17E61-EBD3-618D-5D88-6D489A49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5FEB4-F0C6-FCEA-1CD8-DA051D22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CAD35-F53D-07EE-8D84-5E388FAC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34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7DAE-7674-8107-E18C-FB5ECDD4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F5660-1041-6B0A-370C-0AADD5991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1BC69-E91F-B22F-1C8F-427CB6AA5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80D80-4BC0-E2BB-C622-2E132AAD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C2B63-9E70-A989-9338-E4E4B191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D3D8-C8A0-4906-B606-3798BAA2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8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7A75-7577-FC27-F67F-8A2709FA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42F13-2CF4-2A77-ADCF-F2049B1B6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A9462-ADDA-7E5C-90B8-F8E65295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68D74-2D65-EFCB-88FD-683A66DA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73D05-DB3C-4CCC-EBE0-B71A4ECA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B55D7-AC7D-3F42-3BBB-459FBA041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4AC7E-C890-7736-9B3E-B3E8D5C10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F475-E482-5510-7258-40398205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A214-B0F2-817E-6B1A-3A7F6BA8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86AC3-775E-3F53-BBB3-2AFF83CF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0C0DF-9DF0-2CD5-9900-92E01F29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09042-FAFB-C2C4-BD94-92D8E5DFC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831A-0356-6C22-FB83-188CBDE47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BB67-DDB3-4133-BA3A-12258FD4F3C6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41C4-ADA9-7F82-38D4-FBC329FE0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4D51-135F-E102-EAFC-96FC75E9C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6518E-5C97-42D0-8A25-7AF4BEEF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3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 Vs Dimension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4CF88-9093-C2C6-B48C-F40D70F2B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12" y="1431654"/>
            <a:ext cx="10351032" cy="2330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DAD3C0-1F53-5BBC-33A8-6D2C3E7AF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898" y="3700394"/>
            <a:ext cx="5122613" cy="31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0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AB0C48-AEDB-9CA2-EFFC-CD1CB22DF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894" y="1484868"/>
            <a:ext cx="7722211" cy="515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8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80FB4-E01E-FCB1-2F5F-B88380F9E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273" y="1763270"/>
            <a:ext cx="7105547" cy="448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3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Snowflake 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B495B1-57DE-2D5C-8FE3-8D1CB1F3A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507" y="1680877"/>
            <a:ext cx="7563154" cy="48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7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Snowflake 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4E9D6-E1C1-4C1D-CE76-4656CA380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506" y="1503776"/>
            <a:ext cx="7226987" cy="48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5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/>
              </a:rPr>
              <a:t>OLAP VS OLTP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09F25D-C546-051F-5DC2-34839B230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102" y="1893610"/>
            <a:ext cx="8699795" cy="410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/>
              </a:rPr>
              <a:t>OBJECTIVE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D0058-5AE4-6E0E-3F73-5C1DBE235318}"/>
              </a:ext>
            </a:extLst>
          </p:cNvPr>
          <p:cNvSpPr txBox="1"/>
          <p:nvPr/>
        </p:nvSpPr>
        <p:spPr>
          <a:xfrm>
            <a:off x="1515304" y="1542582"/>
            <a:ext cx="9161391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0" i="0" dirty="0">
                <a:effectLst/>
                <a:latin typeface="Söhne"/>
              </a:rPr>
              <a:t>To contribute  to the success of  a business by utilizing data analysis techniques, specially focusing on </a:t>
            </a:r>
            <a:r>
              <a:rPr lang="en-US" sz="3600" b="1" i="0" dirty="0">
                <a:solidFill>
                  <a:srgbClr val="0070C0"/>
                </a:solidFill>
                <a:effectLst/>
                <a:latin typeface="Söhne"/>
              </a:rPr>
              <a:t>time series analysis</a:t>
            </a:r>
            <a:r>
              <a:rPr lang="en-US" sz="3600" b="0" i="0" dirty="0">
                <a:effectLst/>
                <a:latin typeface="Söhne"/>
              </a:rPr>
              <a:t> , to provide valuable insights and accurate </a:t>
            </a:r>
            <a:r>
              <a:rPr lang="en-US" sz="3600" b="1" i="0" dirty="0">
                <a:solidFill>
                  <a:srgbClr val="0070C0"/>
                </a:solidFill>
                <a:effectLst/>
                <a:latin typeface="Söhne"/>
              </a:rPr>
              <a:t>sales forecasting</a:t>
            </a:r>
            <a:endParaRPr lang="en-US" sz="3600" b="1" dirty="0">
              <a:solidFill>
                <a:srgbClr val="0070C0"/>
              </a:solidFill>
            </a:endParaRPr>
          </a:p>
        </p:txBody>
      </p:sp>
      <p:pic>
        <p:nvPicPr>
          <p:cNvPr id="8" name="Picture 2" descr="Logo Supermarket on Behance | Supermarket logo, Supermarket, ? logo">
            <a:extLst>
              <a:ext uri="{FF2B5EF4-FFF2-40B4-BE49-F238E27FC236}">
                <a16:creationId xmlns:a16="http://schemas.microsoft.com/office/drawing/2014/main" id="{1E247638-C69B-071F-2923-E5D49F219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952" y="4077640"/>
            <a:ext cx="3720096" cy="247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46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DCC802BC-1DE1-EE29-F2FF-C87CDE37AE88}"/>
              </a:ext>
            </a:extLst>
          </p:cNvPr>
          <p:cNvSpPr/>
          <p:nvPr/>
        </p:nvSpPr>
        <p:spPr>
          <a:xfrm>
            <a:off x="3133725" y="0"/>
            <a:ext cx="5924550" cy="942975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chemeClr val="tx1"/>
                </a:solidFill>
                <a:latin typeface="Calibri" panose="020F0502020204030204"/>
              </a:rPr>
              <a:t>DESCRIPTION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7E84-7BF9-20E3-271C-C8AC59FAB94D}"/>
              </a:ext>
            </a:extLst>
          </p:cNvPr>
          <p:cNvSpPr txBox="1"/>
          <p:nvPr/>
        </p:nvSpPr>
        <p:spPr>
          <a:xfrm>
            <a:off x="9382125" y="5253"/>
            <a:ext cx="2809875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B49F-644B-C687-35A7-F58912395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24" y="46887"/>
            <a:ext cx="2657475" cy="325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D0058-5AE4-6E0E-3F73-5C1DBE235318}"/>
              </a:ext>
            </a:extLst>
          </p:cNvPr>
          <p:cNvSpPr txBox="1"/>
          <p:nvPr/>
        </p:nvSpPr>
        <p:spPr>
          <a:xfrm>
            <a:off x="1102884" y="1374632"/>
            <a:ext cx="10284809" cy="5262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öhne"/>
              </a:rPr>
              <a:t>The objective can be broken down into  the following detailed explanation:</a:t>
            </a:r>
          </a:p>
          <a:p>
            <a:endParaRPr lang="en-US" sz="2400" dirty="0">
              <a:solidFill>
                <a:srgbClr val="0070C0"/>
              </a:solidFill>
              <a:latin typeface="Söhne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Söhne"/>
              </a:rPr>
              <a:t>Dashboard Creation</a:t>
            </a:r>
            <a:r>
              <a:rPr lang="en-US" sz="2400" dirty="0">
                <a:solidFill>
                  <a:srgbClr val="0070C0"/>
                </a:solidFill>
                <a:latin typeface="Söhne"/>
              </a:rPr>
              <a:t>: </a:t>
            </a:r>
            <a:r>
              <a:rPr lang="en-US" sz="2400" dirty="0">
                <a:latin typeface="Söhne"/>
              </a:rPr>
              <a:t>Identify the KPI’s , design an intuitive and visually appealing dashboard , and interactive visualizations and filtering capabilities to allow users  to explore  the data at various levels  of granularity.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Söhne"/>
              </a:rPr>
              <a:t>Data Analysis: </a:t>
            </a:r>
            <a:r>
              <a:rPr lang="en-US" sz="2400" dirty="0">
                <a:latin typeface="Söhne"/>
              </a:rPr>
              <a:t>Provide valuable insights to business entities regrading the effectiveness of their sales strategies through visualization and charts.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Söhne"/>
              </a:rPr>
              <a:t>Sales Forecasting: </a:t>
            </a:r>
            <a:r>
              <a:rPr lang="en-US" sz="2400" dirty="0">
                <a:latin typeface="Söhne"/>
              </a:rPr>
              <a:t>Leverage historic  data and apply time series analysis to generate sales forecasts for next 15 days.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Söhne"/>
              </a:rPr>
              <a:t>Actionable insights and recommendations: </a:t>
            </a:r>
            <a:r>
              <a:rPr lang="en-US" sz="2400" dirty="0">
                <a:latin typeface="Söhne"/>
              </a:rPr>
              <a:t>End goal is to share valuable insights and actionable information that can drive strategic decision-making and  support the supermarket’s goals for growth , efficiency and customer satisfaction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4212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173</Words>
  <Application>Microsoft Office PowerPoint</Application>
  <PresentationFormat>Widescreen</PresentationFormat>
  <Paragraphs>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Söhne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Shailja Mishra</dc:creator>
  <cp:lastModifiedBy>Shailja Mishra</cp:lastModifiedBy>
  <cp:revision>517</cp:revision>
  <dcterms:created xsi:type="dcterms:W3CDTF">2023-08-07T14:18:30Z</dcterms:created>
  <dcterms:modified xsi:type="dcterms:W3CDTF">2024-02-25T05:59:48Z</dcterms:modified>
</cp:coreProperties>
</file>